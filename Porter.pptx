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2916" y="8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944131"/>
              </p:ext>
            </p:extLst>
          </p:nvPr>
        </p:nvGraphicFramePr>
        <p:xfrm>
          <a:off x="71979" y="2356347"/>
          <a:ext cx="3890421" cy="1433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38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algn="just"/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Xác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bảo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vệ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tính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toàn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vẹn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ảnh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vi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phạm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bằng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nghệ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Blockchain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SHA-256.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 chức năng chính bao gồm: 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Lưu mã băm SHA-256 của ảnh vi phạm. 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Xác thực tính toàn vẹn dữ liệu. 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 hiện ảnh bị chỉnh sửa hoặc giả mạo. 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Tăng tính minh bạch và độ tin cậy của bằng chứng.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023319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439016" y="-40063"/>
                <a:ext cx="19912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</a:t>
                </a:r>
                <a:r>
                  <a:rPr lang="en-US" sz="1000" b="1" dirty="0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RƯỜNG ĐẠI HỌC ĐẠI NAM</a:t>
                </a:r>
              </a:p>
              <a:p>
                <a:pPr algn="ctr"/>
                <a:r>
                  <a:rPr lang="en-US" sz="1000" b="1" dirty="0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</a:t>
                </a:r>
                <a:r>
                  <a:rPr lang="en-US" sz="1000" dirty="0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</a:t>
                </a:r>
                <a:r>
                  <a:rPr lang="en-US" sz="1000" b="1" dirty="0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HÔNG </a:t>
                </a:r>
                <a:r>
                  <a:rPr lang="en-US" sz="1000" dirty="0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</a:t>
                </a:r>
                <a:r>
                  <a:rPr lang="en-US" sz="1000" b="1" dirty="0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ERP: </a:t>
                </a:r>
                <a:r>
                  <a:rPr lang="vi-VN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HỆ THỐNG LƯU TRỮ VÀ XÁC THỰC VI PHẠM KHÔNG ĐỘI MŨ BẢO HIỂM</a:t>
                </a:r>
                <a:endParaRPr lang="en-US" sz="1200" b="1" dirty="0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vi-VN" sz="799" b="1" dirty="0"/>
                  <a:t>Hà Minh Chiến</a:t>
                </a:r>
                <a:endParaRPr lang="en-US" sz="799" b="1" dirty="0"/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033657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438810"/>
              </p:ext>
            </p:extLst>
          </p:nvPr>
        </p:nvGraphicFramePr>
        <p:xfrm>
          <a:off x="71978" y="3794556"/>
          <a:ext cx="3890421" cy="6055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223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81134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X`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506627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99908"/>
              </p:ext>
            </p:extLst>
          </p:nvPr>
        </p:nvGraphicFramePr>
        <p:xfrm>
          <a:off x="4024052" y="8014950"/>
          <a:ext cx="2789417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thêm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 dirty="0"/>
                        <a:t>Tích hợp Blockchain phân tán để tăng tính minh bạch và bảo mật dữ liệu.</a:t>
                      </a: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 dirty="0"/>
                        <a:t> Kết hợp IPFS để lưu trữ ảnh vi phạm một cách an toàn và tiết kiệm tài nguyên. </a:t>
                      </a: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 dirty="0"/>
                        <a:t>Kết nối với các hệ thống giao thông thông minh trong mô hình đô thị thông minh (Smart City).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58805" y="9690556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44A033B-ADB1-65DC-6E8B-77A248771067}"/>
              </a:ext>
            </a:extLst>
          </p:cNvPr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F232106F-BB02-AEDC-69E9-2BDE01BDE00D}"/>
                </a:ext>
              </a:extLst>
            </p:cNvPr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>
              <a:extLst>
                <a:ext uri="{FF2B5EF4-FFF2-40B4-BE49-F238E27FC236}">
                  <a16:creationId xmlns:a16="http://schemas.microsoft.com/office/drawing/2014/main" id="{58468723-8BEE-E9A8-37F1-25D443A78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B2AE577-41E8-4AC7-9EAD-DB6DEB0386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3" y="4137633"/>
            <a:ext cx="3591581" cy="19734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7C95F3-A9F6-4367-B60D-4E013B8024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3" y="6176473"/>
            <a:ext cx="3589457" cy="18919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8B8271-2AA4-4520-B17A-DA80491F6B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3" y="8196339"/>
            <a:ext cx="3589457" cy="15254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F772F4-2AE0-4B0F-9F8B-3D59E3A3A6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513" y="2711703"/>
            <a:ext cx="2752498" cy="1834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7C6CCB-8599-49A8-91A1-093B9499D7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101" y="4945134"/>
            <a:ext cx="2223321" cy="16056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1F002C-FA8F-4863-9405-9949B21E55A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491" y="1343878"/>
            <a:ext cx="580032" cy="5761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88B0FA7-989E-4FB7-9087-9362D4D9C4F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458" y="6915838"/>
            <a:ext cx="658860" cy="65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890</TotalTime>
  <Words>193</Words>
  <Application>Microsoft Office PowerPoint</Application>
  <PresentationFormat>A4 Paper (210x297 mm)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Hebrew Scholar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chiến hà</cp:lastModifiedBy>
  <cp:revision>112</cp:revision>
  <dcterms:created xsi:type="dcterms:W3CDTF">2023-07-02T07:57:15Z</dcterms:created>
  <dcterms:modified xsi:type="dcterms:W3CDTF">2026-06-04T06:36:55Z</dcterms:modified>
</cp:coreProperties>
</file>